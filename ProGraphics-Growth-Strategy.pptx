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Projected Monthly Leads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Leads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B5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28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GRAPHICS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Growth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Advertising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Director-Level Briefing on Customer Acquisition,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Channels &amp; Enterprise-Grade Website Readiness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315968"/>
            <a:ext cx="17373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 · PHOENIX INDUSTRIAL PARK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pillars from website to growth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60520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Website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64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digital shopfront &amp; conversion engine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60520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Advertising Channels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52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Facebook, WhatsApp &amp; more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4160520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Offers &amp; Promotions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41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that turn clicks into customers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60520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Customer Journey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664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 impression to signed contract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4160520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37744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Testing &amp; QA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852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site is production-ready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4160520" cy="10058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566160"/>
            <a:ext cx="5029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&amp; Revenue Projections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416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Website: Our 24/7 Sales Rep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pro-graphics.vercel.app — built to convert visitors into paying 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9903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Price Beat Guarantee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764792"/>
            <a:ext cx="24414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banner offering to beat any verified quote by 10% — eliminates price objections instantly.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9903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ROI Calculator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764792"/>
            <a:ext cx="24414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 showing prospects exactly how much revenue their unbranded fleet is losing daily.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3444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139903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Free 24hr Quote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1764792"/>
            <a:ext cx="24414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CTA throughout the page — no commitment required to start the conversation.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0896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27355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 Social Proof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3639312"/>
            <a:ext cx="24414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Google rating with 50+ reviews — builds trust before a single call is made.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1089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10896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27355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WhatsApp Integration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64992" y="3639312"/>
            <a:ext cx="24414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WhatsApp button connects hot leads directly to the sales team.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1089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10896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273552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🖼️  Service Gallery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3639312"/>
            <a:ext cx="24414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portfolio of vehicle branding, signage &amp; contravisions — sells with proof.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Multi-Channel Advertising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proven channels driving qualified leads to pro-graphics.vercel.app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73736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43000"/>
            <a:ext cx="173736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3258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2677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Display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buyers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0" y="1143000"/>
            <a:ext cx="173736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143000"/>
            <a:ext cx="1737360" cy="640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2588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43200" y="22677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 reach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0" y="1143000"/>
            <a:ext cx="173736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143000"/>
            <a:ext cx="1737360" cy="6400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32588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54880" y="22677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engagement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conversions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66560" y="1143000"/>
            <a:ext cx="173736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143000"/>
            <a:ext cx="1737360" cy="64008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32588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/ GBP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766560" y="22677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traffic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2920" y="318211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  →  CONSIDERATION  →  INTENT  →  CONVERSION  →  RETENTION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57200" y="4114800"/>
            <a:ext cx="2560320" cy="8869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66928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66928" y="4462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people already searching for vehicle branding &amp; signage in Durban — highest purchase intent.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46120" y="4114800"/>
            <a:ext cx="2560320" cy="8869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355848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355848" y="4462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business owners by industry, company size &amp; location — plants the idea before they search.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035040" y="4114800"/>
            <a:ext cx="2560320" cy="8869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44768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144768" y="44622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hot leads in under 60 seconds — no forms, no wait, just a direct conversation.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Ads: Capture High-Intent Buyers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Durban businesses actively searching for printing, signage &amp; vehicle branding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411480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Keyword Groups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Brand Intent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"vehicle branding durban", "car wrap durban", "fleet branding kzn"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Service Intent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"sign boards durban", "contravision durban", "custom stickers"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Price Intent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"vehicle branding cost", "signage quotes durban"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Competitor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"signarama durban alternative", "vinyl wrap near me"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170432"/>
            <a:ext cx="411480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70432"/>
            <a:ext cx="41148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261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→ Landing Page Offer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Ad Hook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"Beat Any Signage Quote by 10% — Durban's #1 Rated Vehicle Branding"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Offer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ROI Audit: We show you how much your unbranded fleet costs you per month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Free Quote in 24hrs — No Obligation — WhatsApp Us Now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Retargeting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who don't convert see Google Display ads for 30 days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074920"/>
            <a:ext cx="8412480" cy="54864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1480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Recommended Starting Budget: R3,000–R5,000 / month · Expected CPL: R150–R350 · Target: 15–30 leads / month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 Ads: Visual Impact at Scale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 — reaching Durban business owners before they 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6908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173736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/ After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white van → fully branded fleet. 15-sec reel showing transformation. Runs on Instagram &amp; Facebook Stories.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6908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54864" cy="173736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Calculator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lead form: "Find out how much your unbranded vehicles are costing you." Pre-filled from Meta profile.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6908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54864" cy="1737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Testimonial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Carousel 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Swipeable cards: client photos + Google review quotes. Builds trust in the feed before they land on the site.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069080" cy="17373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54864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Seasonal Promo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 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Beat Guarantee prominently displayed. "January Fleet Special — 10% Off Branded Packages." Limited time urgency.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937760"/>
            <a:ext cx="8412480" cy="50292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001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Targeting: Business Owners · Fleet Managers · Durban KZN · Company Size 5–200 · Interests: Business, Vehicles,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Offers &amp; Promotions Playbook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campaigns that create urgency and eliminate buyer hesitation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943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20700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5544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Beat Guarantee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" y="190195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any verified competitor quote by 10%. Eliminates price comparison as a blocker. Already live on the website.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63347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Est. 25% increase in quote requests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7043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70432"/>
            <a:ext cx="594360" cy="320040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20700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0128" y="15544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January Fleet Special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10128" y="190195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discount on fleet branding packages of 3+ vehicles. Targets year-start budget renewals when businesses plan spend.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63347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Target: 8–12 fleet deals / Jan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17043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70432"/>
            <a:ext cx="5943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20700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90488" y="15544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 &amp; Earn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90488" y="190195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clients earn a R500 credit for each referral that converts. WhatsApp-shareable campaign with trackable links.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0488" y="263347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Target: 5+ referral leads / month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90672"/>
            <a:ext cx="594360" cy="3200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12724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" y="3474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Limited Slot Offer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9768" y="382219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only take 10 new fleet clients per month." Run via Google + Meta retargeting. Creates FOMO among warm leads.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" y="45537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3x higher conversion vs generic ads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09067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090672"/>
            <a:ext cx="59436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312724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0128" y="3474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Everything Bundle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310128" y="382219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branding + sign board + window contravision at a bundled rate. Higher average order value per client.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10128" y="45537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AOV uplift: +40–60%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3090672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3090672"/>
            <a:ext cx="594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312724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VALUE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347472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ROI Audit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190488" y="382219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calculate exactly what your unbranded fleet costs in brand impressions. No pitch — just data. Builds trust instantly.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0488" y="455371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Conversion rate: ~35% to paid job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Customer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 impression to signed job card — every touchpoint mapped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325880" cy="3200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325880" cy="640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61872"/>
            <a:ext cx="502920" cy="502920"/>
          </a:xfrm>
          <a:prstGeom prst="oval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A43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EXPOSURE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2907792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social ad fires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45920" y="2606040"/>
            <a:ext cx="1188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25237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64792" y="1143000"/>
            <a:ext cx="1325880" cy="3200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64792" y="1143000"/>
            <a:ext cx="1325880" cy="6400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76272" y="1261872"/>
            <a:ext cx="502920" cy="502920"/>
          </a:xfrm>
          <a:prstGeom prst="oval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64792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64792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877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 VISIT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37944" y="2907792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pro-graphics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/ service page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90672" y="2606040"/>
            <a:ext cx="1188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5237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9544" y="1143000"/>
            <a:ext cx="1325880" cy="3200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9544" y="1143000"/>
            <a:ext cx="1325880" cy="64008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21024" y="1261872"/>
            <a:ext cx="502920" cy="502920"/>
          </a:xfrm>
          <a:prstGeom prst="oval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09544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09544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82696" y="2907792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ROI calc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gallery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35424" y="2606040"/>
            <a:ext cx="1188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25237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54296" y="1143000"/>
            <a:ext cx="1325880" cy="3200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54296" y="1143000"/>
            <a:ext cx="13258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65776" y="1261872"/>
            <a:ext cx="502920" cy="502920"/>
          </a:xfrm>
          <a:prstGeom prst="oval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54296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54296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QUOTE REQUEST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2907792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quote form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WhatsApp button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0176" y="2606040"/>
            <a:ext cx="1188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98464" y="25237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99048" y="1143000"/>
            <a:ext cx="1325880" cy="3200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99048" y="1143000"/>
            <a:ext cx="13258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10528" y="1261872"/>
            <a:ext cx="502920" cy="50292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99048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099048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24HR RESPONSE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72200" y="2907792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calls 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detailed quote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24928" y="2606040"/>
            <a:ext cx="1188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3216" y="2523744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35"/>
                </a:solidFill>
              </a:rPr>
              <a:t>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43800" y="1143000"/>
            <a:ext cx="1325880" cy="32004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43800" y="1143000"/>
            <a:ext cx="1325880" cy="64008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5280" y="1261872"/>
            <a:ext cx="502920" cy="502920"/>
          </a:xfrm>
          <a:prstGeom prst="oval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43800" y="1920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543800" y="2487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616952" y="2907792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approved, deposit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production begins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Average time from ad click to quote: under 4 minutes via WhatsApp  ·  24hr turnaround on all quote requests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Testing &amp; QA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website tested — performance, security, SEO &amp; uptime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4864" cy="18105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984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6824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PageSpeed Score: 90+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19751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Vitals: LCP &lt; 2.5s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2677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Byte &lt; 200ms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5603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static generation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170432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70432"/>
            <a:ext cx="54864" cy="1810512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2984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Mobile &amp; UX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824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all breakpoints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19751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targets ≥ 44px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64992" y="22677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CTA on all pages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25603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Tap-to-call phone number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170432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170432"/>
            <a:ext cx="5486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2984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5352" y="168249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1.3 enforced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45352" y="197510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exposed API keys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45352" y="22677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GDPR-aligned contact forms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45352" y="25603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network DDoS protection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10896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108960"/>
            <a:ext cx="54864" cy="1810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2369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SEO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" y="362102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/ JSON-LD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" y="39136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 per page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" y="4206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 + robots.txt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" y="44988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SEO: Durban + KZN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310896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108960"/>
            <a:ext cx="54864" cy="1810512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2369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Uptime &amp; CI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64992" y="362102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 99.99% uptime SLA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64992" y="39136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on deploy failure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64992" y="4206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64992" y="44988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CDN: 100+ global nodes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80760" y="310896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3108960"/>
            <a:ext cx="54864" cy="1810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3236976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Analytics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45352" y="362102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tracking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45352" y="391363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form conversion tracking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45352" y="4206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click event tracking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45352" y="44988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calculator engagement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Website: Production-Ready Proof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benchmarks that demonstrate enterprise-grade reliability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55448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554480" cy="54864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Uptime SLA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097280"/>
            <a:ext cx="155448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097280"/>
            <a:ext cx="1554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2.5s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48840" y="1755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(LCP)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55448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097280"/>
            <a:ext cx="155448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840480" y="1755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1097280"/>
            <a:ext cx="155448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097280"/>
            <a:ext cx="1554480" cy="54864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B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32120" y="1755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Response Guarantee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1097280"/>
            <a:ext cx="1554480" cy="11887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1097280"/>
            <a:ext cx="155448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207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4.8★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223760" y="1755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Rating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514600"/>
            <a:ext cx="8412480" cy="24231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6334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Next.js 14  — 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319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 with App Router, server-side rendering &amp; static site generation for maximum performance and SEO.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Vercel Edge  — 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319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distributed CDN with 100+ nodes. Code deploys in seconds with zero downtime. Auto-scaling handles any traffic spike.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Image Optimization  — 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142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native image component with lazy loading, WebP conversion and responsive srcsets — cuts page weight by 60%.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HTTPS + Headers  — 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142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HTTPS, Content-Security-Policy headers, X-Frame-Options. Vercel handles SSL certificate renewal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&amp; Revenue Projections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90-day targets based on R5,000/month total ad spend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70432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70432"/>
          <a:ext cx="411480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795528"/>
                <a:gridCol w="795528"/>
                <a:gridCol w="79552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Website Sessions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1,900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2,800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Leads Generated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Quote Conversion Rate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New Clients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Avg Job 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R8,500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R8,500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R9,200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Projected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B5A0"/>
                          </a:solidFill>
                        </a:rPr>
                        <a:t>R51,000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B5A0"/>
                          </a:solidFill>
                        </a:rPr>
                        <a:t>R93,500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B5A0"/>
                          </a:solidFill>
                        </a:rPr>
                        <a:t>R156,400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187952"/>
            <a:ext cx="8412480" cy="7955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4187952"/>
            <a:ext cx="54864" cy="7955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251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on Ad Spend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R5,000/month spend, Month 3 projects R156,400 revenue — a 31x ROAS. Even at 50% of projections this remains highly profitable.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Actions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Launch Growth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069080" cy="12801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64008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4323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980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Google Ads account &amp; campaigns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072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Configure Google Analytics 4 + conversion tracking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346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Claim &amp; optimise Google Business Profile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2377440"/>
            <a:ext cx="4069080" cy="12801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377440"/>
            <a:ext cx="640080" cy="347472"/>
          </a:xfrm>
          <a:prstGeom prst="rect">
            <a:avLst/>
          </a:prstGeom>
          <a:solidFill>
            <a:srgbClr val="1AB5A0"/>
          </a:solidFill>
          <a:ln w="12700">
            <a:solidFill>
              <a:srgbClr val="1AB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4323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7980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Meta Business Manager &amp; first campaign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3072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WhatsApp Business API account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346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retargeting pixel on website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4069080" cy="12801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94760"/>
            <a:ext cx="640080" cy="3474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8496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215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 first seasonal promo (Price Beat ad set)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489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Launch referral program via WhatsApp broadcast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7640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Begin monthly SEO blog publishing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794760"/>
            <a:ext cx="4069080" cy="128016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794760"/>
            <a:ext cx="6400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8496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2153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Review lead volume &amp; cost-per-lead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489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A/B test ad creatives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47640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Scale winning campaigns by 20%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GRAPHICS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Website is Live.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Strategy is Ready.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Customers Are Waiting.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without advertising is revenue left for competitors to claim.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3840480"/>
            <a:ext cx="3657600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3840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START 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pro-graphics.vercel.app  ·  📞 031 508 6700  ·  📧 info@prographics.co.za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 Graphics – Digital Growth Strategy</dc:title>
  <dc:subject>PptxGenJS Presentation</dc:subject>
  <dc:creator>Pro Graphics</dc:creator>
  <cp:lastModifiedBy>Pro Graphics</cp:lastModifiedBy>
  <cp:revision>1</cp:revision>
  <dcterms:created xsi:type="dcterms:W3CDTF">2026-03-24T07:52:30Z</dcterms:created>
  <dcterms:modified xsi:type="dcterms:W3CDTF">2026-03-24T07:52:30Z</dcterms:modified>
</cp:coreProperties>
</file>